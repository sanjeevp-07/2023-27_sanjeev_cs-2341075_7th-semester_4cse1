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32"/>
                </a:solidFill>
                <a:latin typeface="Calibri"/>
              </a:rPr>
              <a:t>Metric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75.92</c:v>
                </c:pt>
                <c:pt idx="1">
                  <c:v>74.73</c:v>
                </c:pt>
                <c:pt idx="2">
                  <c:v>74.97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84.91</c:v>
                </c:pt>
                <c:pt idx="1">
                  <c:v>80.73</c:v>
                </c:pt>
                <c:pt idx="2">
                  <c:v>81.85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A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56.41</c:v>
                </c:pt>
                <c:pt idx="1">
                  <c:v>57.43</c:v>
                </c:pt>
                <c:pt idx="2">
                  <c:v>56.87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B2A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5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594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Three-Channel EEG-Based Mental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Detection Using Machine Learning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965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Sanjeev Kumar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4965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4965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____ Semester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4965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Svaarogyam Medical Devices Pvt. Ltd.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657600" cy="3657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Svaarogyam Medical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Pvt. Ltd.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“Self care made easier.”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577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Jaipur, Rajasthan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548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0" y="14173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138928" y="1389888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Technology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138928" y="1709928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 technology company focused on developing accessible medical devices and health-monitoring solutions.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0" y="26060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138928" y="2578608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Self-Care Focus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138928" y="2898648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affordable, self-care-oriented technology for everyday health monitoring.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0" y="37947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138928" y="3767328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138928" y="4087368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 Intern in the Backend Developer track — applying ML techniques to physiological signal data.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0" y="4983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138928" y="4956048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138928" y="5276088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June 2026 – 15 July 2026, Remote, 10:00 AM – 5:00 PM (Mon–Fri).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Mental Fatigue Goes Unnoticed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cognitive effort reduces alertness and decision-making — a real safety risk in healthcare, transport and industry.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Hardware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EEG systems are expensive, bulky and complex — impractical for everyday use.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103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Monitoring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2004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and behavioural checks can't give continuous, unbiased, real-time feedback.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ML Models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2004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approaches need large datasets and GPUs, ruling out low-cost, portable devices.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66344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in the 8–30 Hz range (Alpha &amp; Beta bands) is a well-established, non-invasive marker of cognitive fatigue — the challenge is capturing it reliably on cheap, wearable hardware.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361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an affordable, portable three-channel EEG acquisition 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5361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Alpha (8–13 Hz) and Beta (13–30 Hz) bands relevant to cognitive fatigue.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1363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frequency-domain and statistical features suited to lightweight ML models.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9718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3200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1363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Random Forest, XGBoost, LightGBM and SVM classifiers.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7365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subject-independent Leave-One-Subject-Out Cross-Validation (LOSO-CV).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5720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4800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73659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an ESP32 microcontroller with sub-200 ms real-time inference latency.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Three-channel EEG signal flows through acquisition, processing and classification stages.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7F9FA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1488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345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Ag/AgCl electrodes → AD620 amplifier (CMRR &gt; 90 dB) → DRL noise reduction (20–30 dB) → TL072 conditioning → ADS1115 16-bit ADC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78808" y="32004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5829300" y="21488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293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749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4th-order Butterworth bandpass filter (8–30 Hz) → 2-sec windows, 50% overlap → 24 features/window (band power, Alpha/Beta ratio, statistics)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73568" y="32004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7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24060" y="21488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240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749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/ LightGBM / SVM → LOSO-CV validation → binary output (fatigued / alert) on ESP32, &lt; 200 ms latency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33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participants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(18–22 yrs)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33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Hz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sampling 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33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508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15,189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labeled windows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F33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0" y="1508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55:45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(non-fatigued : fatigued)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118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 Cross-Validation (LOSO-CV): trained on 13 subjects, tested on the 1 held-out subject, repeated across all 14 — ensuring the model generalises to unseen people, not just unseen windows. Feature normalisation uses training-fold statistics only, preventing data leakage.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Features (24 / window)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3611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3502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Band Power (8–13 Hz)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3611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98280" y="3502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Band Power (13–30 Hz)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1788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Alpha/Beta Ratio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69680" y="417880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9828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Standard Deviation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47457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4636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&amp; Kurtosis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47457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98280" y="4636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Peak-to-Peak Amplitude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the best performer across all metrics.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554480"/>
          <a:ext cx="4160520" cy="1463040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3246120"/>
            <a:ext cx="4160520" cy="2788920"/>
          </a:xfrm>
          <a:prstGeom prst="roundRect">
            <a:avLst>
              <a:gd name="adj" fmla="val 2623"/>
            </a:avLst>
          </a:prstGeom>
          <a:solidFill>
            <a:srgbClr val="F7F9F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635240" y="3429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635240" y="3794760"/>
            <a:ext cx="3703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(84.9%):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false alarms — crucial for workplace trust.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recall (56.4%):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model, misses some subtle fatigue onsets.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7,684 normal &amp; 3,848 fatigued states correctly identified.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Trade-off vs. Deep Learning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accuracy gap buys a large drop in cost, complexity and power.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60020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5C74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34840" y="16276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(2023)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CWT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0" y="160020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0" y="16276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2514600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25146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(16+)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2514600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251460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3-channel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363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3136392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31363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(≈ 0.5 TFLOPS)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3136392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31363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(≈ 0.0003 TFLOPS)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581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34840" y="3758184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37581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(deep)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3758184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37581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(Alpha/Beta + stats)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379976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3799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4379976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34840" y="43799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88.85%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4379976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0" y="437997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75.92%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001768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0017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34840" y="5001768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34840" y="50017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29600" y="5001768"/>
            <a:ext cx="3383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0" y="500176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5623560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5623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Complexity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434840" y="5623560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34840" y="5623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229600" y="5623560"/>
            <a:ext cx="3383280" cy="621792"/>
          </a:xfrm>
          <a:prstGeom prst="rect">
            <a:avLst/>
          </a:prstGeom>
          <a:solidFill>
            <a:srgbClr val="EFF3F4"/>
          </a:solidFill>
          <a:ln w="6350">
            <a:solidFill>
              <a:srgbClr val="E2E7E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0" y="5623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low-cost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F3357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146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Three-channel EEG hardware acquiring usable signals in the 10–100 µV range.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F3357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ML Pipeline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146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reaching 75.92% accuracy and 84.91% precision, subject-independent.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F3357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160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 ESP32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892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Sub-200 ms inference latency at ≈ 45 mW power — wearable-ready.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F33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Alternative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892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affordable substitute for high-density GPU-dependent EEG systems.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846320"/>
            <a:ext cx="4206240" cy="4206240"/>
          </a:xfrm>
          <a:prstGeom prst="ellipse">
            <a:avLst/>
          </a:prstGeom>
          <a:solidFill>
            <a:srgbClr val="0B2545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Sanjeev Kumar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E3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 Intern — Svaarogyam Medical Devices Pvt. Ltd.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2026-08-29T08:09:51Z</dcterms:created>
  <dcterms:modified xsi:type="dcterms:W3CDTF">2026-08-29T08:09:51Z</dcterms:modified>
</cp:coreProperties>
</file>